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INDUSTRIAL AI · TRACK 1 — LEARNING &amp; BENCHMARKING PROCESS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Small Transformers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Semiconductor Process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46120"/>
            <a:ext cx="7315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We trained a compact, family-conditioned GPT decoder that learns fab process-sequence logic from synthetic data — and benchmarked it against an n-gram baseline to show it understands process rules rather than memorising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Team: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[Team Name]</a:t>
            </a:r>
            <a:r>
              <a:rPr sz="1600" b="0" i="0">
                <a:solidFill>
                  <a:srgbClr val="B9C7D6"/>
                </a:solidFill>
                <a:latin typeface="Calibri"/>
              </a:rPr>
              <a:t>   ·   Fedja Bogataj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9C7D6"/>
                </a:solidFill>
                <a:latin typeface="Calibri"/>
              </a:rPr>
              <a:t>zero_one Hackathon   ·   Mentor: Simeon (Infineon)   ·   PyTorch · sentence-transformers · SLURM (Leonardo) · W&amp;B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Do models learn process logic, or just memorise patterns?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Semiconductor manufacturing is a strict recipe.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Each wafer lot runs ~110–150 ordered steps from a vocabulary of ~120 step types, with a fixed block structure and 10 hard ordering rules (e.g. no etch without a prior litho develop, no test before passivation cure).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Three product families.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MOSFET (~126 steps), IGBT (~151), IC (~107) — each with its own prep blocks and litho-cycle counts, but a shared process backbone.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 model can fake it.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High next-step accuracy is easy from local frequencies. The hard question is whether a model captures long-range ordering constraints — the actual process logic.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Why it matters.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A held-out 4th family tests out-of-distribution generalisation. Getting this right means a sovereign, open, reproducible model of fab logic — not a black-box API wrapper.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APPROACH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Frame it as language modelling over process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One step = one token.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Sequences always start RECEIVE WAFER LOT and end SHIP LOT. We model the whole sequence autoregressively, conditioned on the product family.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Data — synthetic but grammar-aware.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On top of the 1,000 canonical variants per family, we generated 5k / 10k / 25k extra sequences with the validator-backed generator. All 10 forbidden patterns are enforced, so training data is guaranteed clean.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Three benchmark tasks.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Next-step prediction (Top-k, MRR) · Sequence completion (edit distance, token &amp; block accuracy) · Anomaly detection (F1, ROC-AUC, rule attribution).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Anomaly is the real test.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Detecting a rule violation requires understanding the global ordering grammar — not just what token tends to follow what.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APPROACH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small GPT decoder, conditioned on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Compact causal transformer.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4 layers · 6 heads · d_model 384 · ff_dim 1536 · Pre-LN + GELU · dropout 0.1 · max sequence length 256. ~29 MB checkpoint — fast to iterate on a single GPU.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Family conditioning.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A learnable family embedding is summed into every position, so the same network specialises per family without separate models.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Weight-tied LM head.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The output projection shares the token-embedding matrix, halving parameters and regularising the small model.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Drop-in design.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The predictor exposes exactly the n-gram baseline's interface (top_k, log_prob), so the same evaluation pipeline scores both models — a fair, apples-to-apples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APPROACH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decision: semantic embedding init for 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The generalisation trick.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Token embeddings are initialised from sentence-transformers all-MiniLM-L6-v2 (384-dim), encoding each step as its name + description + parameters.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Why it helps the hidden 4th family.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An unseen step from a new family lands in the same semantic space as known steps, so the model can place it sensibly instead of treating it as a random unknown token.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Reproducible training on Leonardo.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AdamW + cosine LR · SLURM sbatch · Weights &amp; Biases tracking with auto-named runs, score logging, periodic checkpointing and auto-resume.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Engineered for fast eval.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bf16 batched inference made evaluation ~10–30× faster, which let us run a full 5k / 10k / 25k scaling study within the hackathon.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RESULTS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Transformer beats the n-gram on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1206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0" y="1783080"/>
            <a:ext cx="20116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23774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49840" y="1783080"/>
            <a:ext cx="15544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Metric (higher better unless noted)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N-gram (o3)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830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Transformer 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31720"/>
            <a:ext cx="512064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2331720"/>
            <a:ext cx="201168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2331720"/>
            <a:ext cx="237744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49840" y="2331720"/>
            <a:ext cx="155448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Top-1 next-step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33172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0.684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33172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0.709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3317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8A"/>
                </a:solidFill>
                <a:latin typeface="Calibri"/>
              </a:rPr>
              <a:t>+3.7%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80360"/>
            <a:ext cx="51206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2880360"/>
            <a:ext cx="20116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2880360"/>
            <a:ext cx="23774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2880360"/>
            <a:ext cx="15544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8036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MRR (next-step)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88036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0.837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88036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0.852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88036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8A"/>
                </a:solidFill>
                <a:latin typeface="Calibri"/>
              </a:rPr>
              <a:t>+1.8%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29000"/>
            <a:ext cx="512064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3429000"/>
            <a:ext cx="201168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3429000"/>
            <a:ext cx="237744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9840" y="3429000"/>
            <a:ext cx="155448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42900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Token accuracy (completion)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42900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0.254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42900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0.401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42900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8A"/>
                </a:solidFill>
                <a:latin typeface="Calibri"/>
              </a:rPr>
              <a:t>+57%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977640"/>
            <a:ext cx="51206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0" y="3977640"/>
            <a:ext cx="20116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3977640"/>
            <a:ext cx="23774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49840" y="3977640"/>
            <a:ext cx="15544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97764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Block accuracy (completion)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397764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0.479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97764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0.648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97764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8A"/>
                </a:solidFill>
                <a:latin typeface="Calibri"/>
              </a:rPr>
              <a:t>+35%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526280"/>
            <a:ext cx="512064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0720" y="4526280"/>
            <a:ext cx="201168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4526280"/>
            <a:ext cx="237744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49840" y="4526280"/>
            <a:ext cx="155448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52628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Norm. edit distance ↓ (lower better)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452628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0.562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5262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0.217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52628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8A"/>
                </a:solidFill>
                <a:latin typeface="Calibri"/>
              </a:rPr>
              <a:t>−61%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074920"/>
            <a:ext cx="51206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60720" y="5074920"/>
            <a:ext cx="20116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0" y="5074920"/>
            <a:ext cx="237744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49840" y="5074920"/>
            <a:ext cx="155448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07492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Anomaly ROC-AUC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60" y="507492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0.515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507492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0.794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50749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8A"/>
                </a:solidFill>
                <a:latin typeface="Calibri"/>
              </a:rPr>
              <a:t>+54%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B9C7D6"/>
                </a:solidFill>
                <a:latin typeface="Calibri"/>
              </a:rPr>
              <a:t>Identical eval set: n = 6,000 (Tasks 1–2), n = 3,000 (Task 3). Biggest gains are exactly on the structural metrics — completion and anomaly.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RESULTS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Anomaly detection: where understanding shows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Both models score F1 = 1.0 — and that's a trap.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The submission can call the rule-based validator, so binary accuracy is perfect for anyone. F1 alone proves nothing about the model.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ROC-AUC on the model's own confidence is the honest signal.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It asks: does the model itself rank invalid sequences as less likely? n-gram = 0.515 (essentially a coin flip). Transformer = 0.794 → 0.839 → 0.850 as data grows.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Rule attribution.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97.5% accuracy at naming which of the 10 rules was violated — useful, explainable output for a process engineer.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Takeaway.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The transformer has internalised the ordering grammar; the n-gram has not. That gap is the whole point of the benchmark.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B9C7D6"/>
                </a:solidFill>
                <a:latin typeface="Calibri"/>
              </a:rPr>
              <a:t>Confusion matrix (n=3,000): TP 1170 · TN 1830 · FP 0 · FN 0 — validator-backed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RESULTS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Scaling study: 5k → 10k → 25k 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45720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78308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830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5k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78308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7830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10k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78308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25k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86000"/>
            <a:ext cx="45720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Top-1 next-step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28600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2860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0.709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28600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2860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0.690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28600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2860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0.703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788920"/>
            <a:ext cx="45720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8892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MRR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278892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7889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0.852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78892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7889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0.842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78892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7889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0.849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91840"/>
            <a:ext cx="45720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9184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Token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329184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329184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0.401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329184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29184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0.393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29184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329184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0.393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794760"/>
            <a:ext cx="45720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79476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Block accuracy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379476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379476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0.648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79476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379476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0.645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3794760"/>
            <a:ext cx="18288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379476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0.643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297680"/>
            <a:ext cx="45720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29768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Anomaly ROC-AUC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429768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42976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0.794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29768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42976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0.839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4297680"/>
            <a:ext cx="1828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0" y="42976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7D6"/>
                </a:solidFill>
                <a:latin typeface="Calibri"/>
              </a:rPr>
              <a:t>0.850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9834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Two honest findings: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Prediction &amp; completion plateau at 5k</a:t>
            </a:r>
            <a:r>
              <a:rPr sz="1600" b="0" i="0">
                <a:solidFill>
                  <a:srgbClr val="B9C7D6"/>
                </a:solidFill>
                <a:latin typeface="Calibri"/>
              </a:rPr>
              <a:t> — the synthetic data is too clean, so the small model saturates almost immediately.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Anomaly ROC-AUC keeps climbing with data</a:t>
            </a:r>
            <a:r>
              <a:rPr sz="1600" b="0" i="0">
                <a:solidFill>
                  <a:srgbClr val="B9C7D6"/>
                </a:solidFill>
                <a:latin typeface="Calibri"/>
              </a:rPr>
              <a:t> (0.79 → 0.85) — evidence it is still learning structure, not memorising sequences.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5029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WHAT WE'D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From benchmark to genuine generalisation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Evaluate on the hidden 4th family.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The real OOD test — and the direct payoff of the semantic-init design. We expect a smaller performance drop than a model with random embeddings.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Sub-word tokenizer experiment.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In progress on feat/subword-tokenizer: break step strings into sub-word units so the model shares structure across related, never-before-seen steps.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Harder, dirtier data.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Inject controlled near-miss violations so the prediction tasks stop saturating and the scaling curve has room to move.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D4AF37"/>
                </a:solidFill>
                <a:latin typeface="Calibri"/>
              </a:rPr>
              <a:t>‣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Per-rule and per-family breakdowns. </a:t>
            </a:r>
            <a:r>
              <a:rPr sz="1700" b="0" i="0">
                <a:solidFill>
                  <a:srgbClr val="B9C7D6"/>
                </a:solidFill>
                <a:latin typeface="Calibri"/>
              </a:rPr>
              <a:t>Report which of the 10 rules and which families are hardest — turning the benchmark into an actionable diagnostic for process engineers.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D4AF37"/>
                </a:solidFill>
                <a:latin typeface="Calibri"/>
              </a:rPr>
              <a:t>Working artifact: full code, trained 5k/10k/25k checkpoints, and reproducible results/ tables on branch feat/transformer.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